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8B5CF6"/>
                </a:solidFill>
              </a:rPr>
              <a:t>90-Day AI Readiness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6B7585"/>
                </a:solidFill>
              </a:rPr>
              <a:t>From assessment to first measurable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585"/>
                </a:solidFill>
              </a:rPr>
              <a:t>© 2026 Aiprosol Ltd · Enterprise AI Readiness Assessment 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Three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585"/>
                </a:solidFill>
                <a:latin typeface="Calibri"/>
              </a:rPr>
              <a:t>Foundation → Pilot →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Phase 0 (Days 1-30) — Foundation: alignment, governance, baseline measurement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Phase 1 (Days 31-60) — Pilot: 1 high-leverage use case, end-to-end in production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Phase 2 (Days 61-90) — Scale: 3 more use cases, repeatable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Phase 0 · Foundation (Days 1-30)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585"/>
                </a:solidFill>
                <a:latin typeface="Calibri"/>
              </a:rPr>
              <a:t>Get alignment + measure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1-7: Stakeholder alignment (CEO + CIO + line-of-business head)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8-14: Run the 120-question Readiness Scorecard with affected teams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15-21: Identify top 3 candidate use cases via Opportunity Map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22-28: Select 1 use case for pilot (highest ROI × lowest risk)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29-30: Sign-off on success criteria + check-in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Phase 0 ·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Executive sponsor — accountable for outcome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Pilot lead — runs daily standup, manages timeline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Domain expert — has the operational context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Technical lead — implements the workflow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Change champion — manages stakeholder comms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Phase 0 ·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Completed Readiness Scorecard (all 120 questions)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Opportunity Map (top 5 use cases ranked by value × feasibility)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Signed-off pilot charter (use case, success criteria, timeline, budget)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Vendor RFP (if external tooling needed)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Communications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Phase 1 · Pilot (Days 31-60)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585"/>
                </a:solidFill>
                <a:latin typeface="Calibri"/>
              </a:rPr>
              <a:t>Ship one use case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31-37: Set up tooling + integrations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38-49: Build the workflow with humans-in-the-loop (Phase 1 of the 3-phase progression)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50-56: Move to Phase 2 (auto with override) once quality is proven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57-60: Measure baseline vs after; document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Phase 1 ·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Quantitative outcome achieved (e.g., hours saved / week)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Quality maintained or improved (vs manual baseline)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Zero security or compliance incidents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Adoption by intended users &gt;80%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Total time-to-value documented for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Phase 1 · Risks to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Scope creep — adding 'just one more' use case before the first works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Quality regression — moving to auto before quality is proven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Adoption resistance — solve with champion + visible wins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Cost surprises — set up cost monitoring before launch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Vendor lock-in — keep an exit plan in mind from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Phase 2 · Scale (Days 61-90)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585"/>
                </a:solidFill>
                <a:latin typeface="Calibri"/>
              </a:rPr>
              <a:t>Repeat with 3 more use cases + build muscle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61-67: Document pilot's playbook (the repeatable steps)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68-74: Begin use cases #2-#3 in parallel (different teams, similar pattern)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75-81: Begin use case #4 (start to test cross-system patterns)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82-90: Quarterly business review — what to scale next, what to retire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Phase 2 · Compounding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Cross-workflow data: signals from one workflow feed another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Shared infrastructure: common LLM endpoints, prompt library, vector store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Shared learnings: weekly retro across pilot teams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Shared metrics: same dashboards across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90-day outcomes you should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4 working AI-augmented workflows in production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Documented playbook for the next 10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Measured baseline + improvement for each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Team aligned + confident on next phase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Defensible business case for year-2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Year-2 horizon (preview)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Move from 4 → 30 workflows with the same team size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Begin internal AI centre of excellence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Take learnings to executive education + board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Look for category-defining moves (not just optimisation)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Common 90-day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Trying to fix governance + pilot a use case + train teams all in Day 1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Picking too big a pilot ('let's automate all of sales')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Selecting tools before defining the problem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Underinvesting in change management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Declaring victory before measuring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8B5CF6"/>
                </a:solidFill>
                <a:latin typeface="Calibri"/>
              </a:rPr>
              <a:t>Aiprosol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585"/>
                </a:solidFill>
                <a:latin typeface="Calibri"/>
              </a:rPr>
              <a:t>When you need expert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hello@aiprosol.com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aiprosol.com</a:t>
            </a:r>
          </a:p>
          <a:p>
            <a:pPr>
              <a:spcAft>
                <a:spcPts val="8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Srijan Paudel,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Aiprosol Enterprise AI Readiness · 90-Day Implementation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