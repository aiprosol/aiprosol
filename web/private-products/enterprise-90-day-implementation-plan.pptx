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90-Day AI Implementation Plan</a:t>
            </a:r>
          </a:p>
          <a:p>
            <a:pPr>
              <a:spcBef>
                <a:spcPts val="2000"/>
              </a:spcBef>
              <a:defRPr sz="2400">
                <a:solidFill>
                  <a:srgbClr val="C084FC"/>
                </a:solidFill>
              </a:defRPr>
            </a:pPr>
            <a:r>
              <a:t>Phase 0 → Phase 1 →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084FC"/>
                </a:solidFill>
              </a:defRPr>
            </a:pPr>
            <a:r>
              <a:t>Aiprosol · Enterprise AI Readiness Kit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Summary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Target outcomes over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Top-3 workflows live in production by day 60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Average response time on key process reduced by 70%+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Hours reclaimed per week: 30+ across pilot cohort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100% of relevant staff trained by day 90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Annual cost savings: $250k–$1M (mid-size org 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Today's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From the Readiness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Overall readiness score: [INSERT FROM SCORECARD] / 100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Strongest dimensions: [TOP 3]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Weakest dimensions: [BOTTOM 3 — these are our 90-day focus]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Current SaaS spend on automation: $[INSERT] / mo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Estimated automation candidates from audit: [INSERT]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Selected Vendors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Output of RFP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[Vendor 1] — primary platform — score [X]/200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[Vendor 2] — secondary / specialised — score [X]/200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Rationale: [why this combination]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Contract terms: [duration, $$ committed, exit clauses]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Implementation partner: Aiprosol (or other) for first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Phase 0 — Foundations (Days 0–14)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Set the stage for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1: SSO wiring, DPA execution, security review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1: Data audit on top-3 datasets needed for pilot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2: Pilot user cohort selected (8–15 users across 2–3 teams)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2: Success criteria documented + baselined per workflow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Output: production access · 5-min usage walkthrough complete · baselines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Phase 0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What can go wrong +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SSO integration delays · Mitigation: backup local accounts for first 2 weeks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DPA legal back-and-forth · Mitigation: standard contract pre-approved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pilot cohort drops out · Mitigation: 2x oversubscribe, recruit champions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baseline data not available · Mitigation: instrument week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Phase 1 — Pilot (Days 15–45)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First 3 workflows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3–4: Workflow 1 built + tested + shipped to pilot cohort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4–5: Workflow 2 built + shipped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5–6: Workflow 3 built + shipped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Daily: Slack-pinged metrics to leadership channel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Weekly: 30-min cohort interview cadence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Output: 3 workflows running · hours-reclaimed metric trending · 5+ user testimonials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Phase 1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What can go wrong +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workflow latency higher than expected · Mitigation: caching layer + async patterns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AI accuracy below threshold · Mitigation: human-in-the-loop fallback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pilot users disengage · Mitigation: weekly office hours + champion model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budget overrun · Mitigation: weekly cost reports + hard stop at 110%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Phase 2 — Scale (Days 46–90)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Roll out to wider 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7–8: Onboard remaining users (training, runbook handoff)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9–10: Add workflows 4–10 based on pilot feedback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11–12: Governance launch — AI policy, training programme, escalation paths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Week 13: 90-day review + decision on Phase 3 (year 1 roadmap)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Output: 100% relevant staff onboarded · 10+ workflows live · monthly governance review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Phase 2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What can go wrong +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change fatigue across org · Mitigation: phased rollout, no more than 2 changes/team/month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governance theatre (rules without enforcement) · Mitigation: monthly audit cadence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customer-facing AI errors · Mitigation: clear escalation + correction loop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Risk: vendor scope creep · Mitigation: change control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Talent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Roles needed across the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AI Workflow Specialist: 0.5 FTE (internal or Aiprosol-supplied)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Implementation Engineer: 1.0 FTE during Phase 0–1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Workflow Operator(s): 0.2 FTE per workflow ongoing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Auditor / governance owner: 0.1 FTE ongoing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Executive sponsor: 1 hour / week, day-90 review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Governance + Audit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Established by Day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AI Usage Policy: published, signed by every staff member with AI access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Vendor approval workflow: new tool proposals reviewed bi-weekly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Output review: random 1% sampled monthly, accuracy tracked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Incident response: documented runbook + 24h SLA on customer-facing issues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Quarterly board review of AI initiatives +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Cost vs. reclaim across the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Phase 0 cost: licenses + setup ≈ $15–30k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Phase 1 cost: implementation + integration ≈ $30–80k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Phase 2 cost: training + governance launch ≈ $20–40k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Total: $65–150k investment over 90 days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Expected reclaim by Day 90: 30+ hours / week across pilot cohort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12-month projected savings: $250k–$1M (depends on org size + scope)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1B2E"/>
                </a:solidFill>
                <a:latin typeface="Calibri"/>
              </a:defRPr>
            </a:pPr>
            <a:r>
              <a:t>Day-90 Review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Decision points +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Workflows live: [N] of 10 target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Hours reclaimed / week: [X] vs target [Y]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User adoption: [%] of intended cohort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Cost vs budget: [%] of envelope used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Top 3 wins · Top 3 lessons · Top 3 risks for next quarter</a:t>
            </a:r>
          </a:p>
          <a:p>
            <a:pPr>
              <a:spcAft>
                <a:spcPts val="1000"/>
              </a:spcAft>
              <a:defRPr sz="1800">
                <a:solidFill>
                  <a:srgbClr val="1F1B2E"/>
                </a:solidFill>
              </a:defRPr>
            </a:pPr>
            <a:r>
              <a:t>•  Phase 3 decision: scale (yes / yes-with-changes / no — and what next)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08080"/>
                </a:solidFill>
              </a:defRPr>
            </a:pPr>
            <a:r>
              <a:t>Aiprosol · Enterprise AI Readiness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